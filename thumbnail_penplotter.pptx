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9E43E4-6BC1-9164-0622-CED943A41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20AE4B-B0B6-2FEC-D686-01B180095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558FA2-9899-71C5-F688-8DA97491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091394-22A7-C872-973B-549DF5DA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96B9A1-FB93-52F8-70AC-D1679D05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570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25445C-6F23-8DF0-EFE1-27A2B2D4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B7EC08-1D55-2D9A-BC9A-56D5BE40E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39F35B-2628-D989-0356-7D19D28EA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400F97-1152-6B5B-24F5-D1142D05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06366C-FF86-A01A-F5D7-245953EF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52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441236-9D45-5E1A-6E7E-AAFA7FDDE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5CF5D0-FE77-AA51-EDB7-04AB0ADE5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00D8AD-C6A9-25B3-5C59-FE69328F8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94E83D-EDB2-D776-A8A6-912691A1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8FCEF3-E16E-CA34-880A-4C1040DF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977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DBE7F6-2AC3-3DFE-4F54-7C36618F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904109-01A7-6D5F-0C84-73FB7B357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56C1F5-52AF-27DF-7007-020BA5F87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72F0BDF-7FF7-30AB-3809-05E909DE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F48CEE-CD5E-A358-0411-0E043014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171855-F26F-2F37-E8D0-4C9C8E88C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27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9457C-52DF-A236-430F-7C9383E1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713CC2-78D4-4253-118F-3D4F2EB21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D60C74-6BE9-98AD-EF97-56A1BACD6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C45590C-3E35-CCD8-52FE-A94E4A84C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E5BFA1-3471-E686-3980-74AD38CC8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691539-9017-F195-7AE1-F30BCD96C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D08E493-0DC6-D6E8-56BC-C99971FB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8E0041C-62B5-B5FA-B335-7F7DD147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21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DF3A54-E7A5-B823-6B4C-25185D80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980BC2F-66A4-2D21-BACC-474CDDA95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23FD23-003D-64D4-D349-587C64FFF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D1DD32-15CC-705B-1EF9-D2D1E071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92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80F2A5D-41D2-902C-C588-F15814B2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207952-CCE2-78D3-F000-F7F86395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3BE634-FE16-DA8A-74E6-C794F333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289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0FBAA9-C0DF-1066-6672-FA4F1D46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53CAFA-03B3-4278-B8CA-48F214FAA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F0F036-3735-9AFC-033C-4BC0AC7F6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29A6C0-6B78-D971-C8B4-E17B0C15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B701DA-5ABD-9EBF-7F3A-E3948348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4F006F-AC94-311D-8799-835A32201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4011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96B8F5-F1D5-5DA4-770F-0D9F9F66E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7CB6FB1-291E-0185-DBA9-89B6BAE89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54655A-667A-3A1E-2FBB-1D19C8A23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97C7AA-3E5E-FF12-2AE7-8BB6FC55C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E01ED5-F47A-3722-DB9A-DB57AD35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02F6BA-41E0-A716-3DE4-0477CAD1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5418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C58B94-1DBD-69A7-A5B4-49E184F1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E45A5C2-FF64-D925-085F-6255D8953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5399A4-1F85-8258-EB8A-B542C6C4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28E623-98C7-C1D0-10C2-C6060A74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36A6A4-1055-99E5-EE69-8D4B92D3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900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D4FE08-BC52-D19F-8233-6F32D4B79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1949184-6882-5FE4-C74C-98D48E2B36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604EC9-8885-ACE0-FC62-1318A8E3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3D85C8-B0E0-B0CE-3FEC-B9FBE202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9C7045-3235-7B90-99C3-F94B1A11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30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A8661B9-9F37-DF15-5143-081D6E5B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D08B0-F164-5055-DC95-25228F34B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F1F5B7-A341-6983-8034-29D007676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4969F1-B007-4499-B3F1-1378BFC145B7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FBE932-A410-38CB-1983-AF9FC9CC6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B659C2-3509-B7CB-D648-7925C7B08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69115-DD4D-40D5-9D71-3E0A27E432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02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7B1E53F-10B5-F3AF-7A04-F24AC3DE2484}"/>
              </a:ext>
            </a:extLst>
          </p:cNvPr>
          <p:cNvSpPr/>
          <p:nvPr/>
        </p:nvSpPr>
        <p:spPr>
          <a:xfrm>
            <a:off x="7851228" y="0"/>
            <a:ext cx="4340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41E00E5-B00C-1E45-6ED4-DF958C0241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23"/>
          <a:stretch>
            <a:fillRect/>
          </a:stretch>
        </p:blipFill>
        <p:spPr>
          <a:xfrm>
            <a:off x="-1" y="0"/>
            <a:ext cx="10197085" cy="68580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C0BFAB35-257B-033C-6D9B-C4CB3AF8A4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114" r="2626" b="18503"/>
          <a:stretch>
            <a:fillRect/>
          </a:stretch>
        </p:blipFill>
        <p:spPr>
          <a:xfrm>
            <a:off x="3751813" y="0"/>
            <a:ext cx="8440187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B7F33CD-B554-3BE3-0E63-74B2590523ED}"/>
              </a:ext>
            </a:extLst>
          </p:cNvPr>
          <p:cNvSpPr/>
          <p:nvPr/>
        </p:nvSpPr>
        <p:spPr>
          <a:xfrm>
            <a:off x="5607177" y="855069"/>
            <a:ext cx="572464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ja-JP" altLang="en-US" sz="7200" cap="none" spc="0" dirty="0">
                <a:ln w="6600">
                  <a:solidFill>
                    <a:schemeClr val="bg1"/>
                  </a:solidFill>
                  <a:prstDash val="solid"/>
                </a:ln>
                <a:effectLst>
                  <a:outerShdw dist="38100" dir="2700000" algn="tl" rotWithShape="0">
                    <a:schemeClr val="bg1"/>
                  </a:outerShdw>
                </a:effectLst>
                <a:ea typeface="ふみゴシック" panose="03000509000000000000" pitchFamily="65" charset="-128"/>
              </a:rPr>
              <a:t>１００均素材</a:t>
            </a:r>
          </a:p>
          <a:p>
            <a:pPr algn="ctr"/>
            <a:r>
              <a:rPr lang="ja-JP" altLang="en-US" sz="7200" cap="none" spc="0" dirty="0">
                <a:ln w="6600">
                  <a:solidFill>
                    <a:schemeClr val="bg1"/>
                  </a:solidFill>
                  <a:prstDash val="solid"/>
                </a:ln>
                <a:effectLst>
                  <a:outerShdw dist="38100" dir="2700000" algn="tl" rotWithShape="0">
                    <a:schemeClr val="bg1"/>
                  </a:outerShdw>
                </a:effectLst>
                <a:ea typeface="ふみゴシック" panose="03000509000000000000" pitchFamily="65" charset="-128"/>
              </a:rPr>
              <a:t>ペンプロッタ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CCF85CD-BD91-59FB-5368-A06C8A77B7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00" t="5075" r="15806" b="6518"/>
          <a:stretch>
            <a:fillRect/>
          </a:stretch>
        </p:blipFill>
        <p:spPr>
          <a:xfrm>
            <a:off x="552451" y="4142514"/>
            <a:ext cx="2064625" cy="18646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8136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4</Words>
  <Application>Microsoft Office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ふみゴシック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均 片山</dc:creator>
  <cp:lastModifiedBy>均 片山</cp:lastModifiedBy>
  <cp:revision>1</cp:revision>
  <dcterms:created xsi:type="dcterms:W3CDTF">2025-12-21T23:44:10Z</dcterms:created>
  <dcterms:modified xsi:type="dcterms:W3CDTF">2025-12-22T02:28:22Z</dcterms:modified>
</cp:coreProperties>
</file>